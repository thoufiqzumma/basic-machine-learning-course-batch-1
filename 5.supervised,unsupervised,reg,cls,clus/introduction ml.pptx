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7"/>
  </p:notesMasterIdLst>
  <p:sldIdLst>
    <p:sldId id="276" r:id="rId2"/>
    <p:sldId id="275" r:id="rId3"/>
    <p:sldId id="292" r:id="rId4"/>
    <p:sldId id="273" r:id="rId5"/>
    <p:sldId id="27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B1A52-2E0C-4F77-80F3-94524BF684E2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7B337F-B1B7-47CA-8F68-C0CAAFF14B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3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6A25-F301-4807-9B36-72DFEBEA5E5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C2F4-AEF6-4148-A8D3-11F998879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02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6A25-F301-4807-9B36-72DFEBEA5E5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C2F4-AEF6-4148-A8D3-11F998879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07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6A25-F301-4807-9B36-72DFEBEA5E5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C2F4-AEF6-4148-A8D3-11F998879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798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6A25-F301-4807-9B36-72DFEBEA5E5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C2F4-AEF6-4148-A8D3-11F998879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10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6A25-F301-4807-9B36-72DFEBEA5E5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C2F4-AEF6-4148-A8D3-11F998879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41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6A25-F301-4807-9B36-72DFEBEA5E5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C2F4-AEF6-4148-A8D3-11F998879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03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6A25-F301-4807-9B36-72DFEBEA5E5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C2F4-AEF6-4148-A8D3-11F998879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850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6A25-F301-4807-9B36-72DFEBEA5E5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C2F4-AEF6-4148-A8D3-11F998879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93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6A25-F301-4807-9B36-72DFEBEA5E5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C2F4-AEF6-4148-A8D3-11F998879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116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6A25-F301-4807-9B36-72DFEBEA5E5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C2F4-AEF6-4148-A8D3-11F998879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1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6A25-F301-4807-9B36-72DFEBEA5E5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C2F4-AEF6-4148-A8D3-11F998879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22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6A25-F301-4807-9B36-72DFEBEA5E5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C2F4-AEF6-4148-A8D3-11F99887924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6686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6A25-F301-4807-9B36-72DFEBEA5E5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C2F4-AEF6-4148-A8D3-11F998879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57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6A25-F301-4807-9B36-72DFEBEA5E5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C2F4-AEF6-4148-A8D3-11F998879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914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6A25-F301-4807-9B36-72DFEBEA5E5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C2F4-AEF6-4148-A8D3-11F998879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069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6A25-F301-4807-9B36-72DFEBEA5E5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C2F4-AEF6-4148-A8D3-11F998879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8884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D6A25-F301-4807-9B36-72DFEBEA5E5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0C2F4-AEF6-4148-A8D3-11F998879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2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41D6A25-F301-4807-9B36-72DFEBEA5E5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0C2F4-AEF6-4148-A8D3-11F998879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800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115836"/>
            <a:ext cx="11372850" cy="655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18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71" y="2614614"/>
            <a:ext cx="10365736" cy="3611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905000" y="865912"/>
            <a:ext cx="952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Supervised Learning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896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05100" y="1652885"/>
            <a:ext cx="753903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Types of Supervised Learning: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Classification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Regression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717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1512281"/>
            <a:ext cx="9068057" cy="345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700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05256" y="2240048"/>
            <a:ext cx="913898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Types of Unsupervised Learning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Association</a:t>
            </a:r>
          </a:p>
        </p:txBody>
      </p:sp>
    </p:spTree>
    <p:extLst>
      <p:ext uri="{BB962C8B-B14F-4D97-AF65-F5344CB8AC3E}">
        <p14:creationId xmlns:p14="http://schemas.microsoft.com/office/powerpoint/2010/main" val="16284988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410</TotalTime>
  <Words>17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22</cp:revision>
  <dcterms:created xsi:type="dcterms:W3CDTF">2021-09-28T17:03:31Z</dcterms:created>
  <dcterms:modified xsi:type="dcterms:W3CDTF">2021-10-20T12:48:50Z</dcterms:modified>
</cp:coreProperties>
</file>